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FFD700">
              <a:alpha val="12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65760"/>
            <a:ext cx="1828800" cy="1828800"/>
          </a:xfrm>
          <a:prstGeom prst="ellipse">
            <a:avLst/>
          </a:prstGeom>
          <a:solidFill>
            <a:srgbClr val="FFD700">
              <a:alpha val="1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657600"/>
            <a:ext cx="2194560" cy="2194560"/>
          </a:xfrm>
          <a:prstGeom prst="ellipse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FFD700">
              <a:alpha val="8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🤝 OpenArm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Accessibility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Everyone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Connecting people who need help with nearby volunteers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Help is just one voice away  ·  GPS-powered  ·  Voice-first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87171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285 million people need help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 never arrives in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309360" y="411480"/>
            <a:ext cx="2377440" cy="20116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09360" y="594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285M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visually impaired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people worldwide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2011680" cy="182880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148840"/>
            <a:ext cx="201168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Shopping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01168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Can't read labels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find items on shelves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2148840"/>
            <a:ext cx="2011680" cy="182880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2148840"/>
            <a:ext cx="201168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5176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Navigation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999232"/>
            <a:ext cx="201168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Stairs, buses &amp; crossings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pose daily challenges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148840"/>
            <a:ext cx="2011680" cy="182880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148840"/>
            <a:ext cx="201168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0060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Medical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999232"/>
            <a:ext cx="201168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Attending appointments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alone is unsafe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2148840"/>
            <a:ext cx="2011680" cy="182880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2148840"/>
            <a:ext cx="201168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4944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Response Time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2999232"/>
            <a:ext cx="201168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Emergency services take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10+ minutes on average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WHO Global Report on Vision (2019)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700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tap. One voice.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 help.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62763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OpenArm bridges the gap between people who need assistance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and nearby volunteers — using voice, GPS, and real-time chat.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1E2535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🎤 Voice-First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242316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1E2535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📍 GPS Matching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1E2535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💬 Real-time Chat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301752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1E253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🔊 Text-to-Speech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320040"/>
            <a:ext cx="3657600" cy="457200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320040"/>
            <a:ext cx="3657600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20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🤝 OpenArm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📍 Location detected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1417320"/>
            <a:ext cx="3383280" cy="914400"/>
          </a:xfrm>
          <a:prstGeom prst="rect">
            <a:avLst/>
          </a:prstGeom>
          <a:solidFill>
            <a:srgbClr val="162030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🗺️ 3 helpers nearby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1901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</a:rPr>
              <a:t>• 120m · Anna 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2468880"/>
            <a:ext cx="3383280" cy="59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468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🆘  Call for Help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0" y="3246120"/>
            <a:ext cx="1097280" cy="10972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246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257800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Hold to speak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Simple. Fast. Reliable.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554480" cy="256032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55448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 or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127248"/>
            <a:ext cx="1554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User describes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their need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92808" y="2606040"/>
            <a:ext cx="128016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417320"/>
            <a:ext cx="1554480" cy="256032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417320"/>
            <a:ext cx="1554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2032" y="155448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39112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039112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Processes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39112" y="3127248"/>
            <a:ext cx="1554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Whisper transcribes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&amp; parses intent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2606040"/>
            <a:ext cx="128016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58184" y="1417320"/>
            <a:ext cx="1554480" cy="256032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1417320"/>
            <a:ext cx="15544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1104" y="1554480"/>
            <a:ext cx="548640" cy="5486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6110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58184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758184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GPS Matches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58184" y="3127248"/>
            <a:ext cx="1554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Finds nearest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volunteer helper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30952" y="2606040"/>
            <a:ext cx="128016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7256" y="1417320"/>
            <a:ext cx="1554480" cy="256032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77256" y="1417320"/>
            <a:ext cx="155448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0176" y="1554480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017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77256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477256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&amp; Navigate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77256" y="3127248"/>
            <a:ext cx="1554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Helper gets route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&amp; opens chat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50024" y="2606040"/>
            <a:ext cx="128016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96328" y="1417320"/>
            <a:ext cx="1554480" cy="256032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96328" y="1417320"/>
            <a:ext cx="155448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9248" y="1554480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96328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196328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 Provided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96328" y="3127248"/>
            <a:ext cx="1554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Task complete,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karma awarded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All steps happen within seconds — from voice input to helper notification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700"/>
                </a:solidFill>
              </a:rPr>
              <a:t>FOR USERS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roles, one mission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356616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39319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🆘  REQUESTER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(Person who needs help)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🎤  Voice-first interface for blind users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📝  Text input for sighted users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8437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🔊  Automatic TTS reads all responses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1912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📍  GPS-based request broadcasting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538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💬  Real-time chat with helper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♿  WCAG AAA accessible design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3931920" cy="356616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234440"/>
            <a:ext cx="39319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 HELPER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(Volunteer)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🗺️  See nearby requests on live map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24963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📲  Accept &amp; navigate with one tap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83480" y="28437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💬  Full text chat with requester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83480" y="31912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⭐  Karma points &amp; rating system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83480" y="3538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🟢  Online / offline toggle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83480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📊  Completion stats dashboard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modern,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production-grade tools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10972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7432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28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Next.js 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App Router, SSR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1600200"/>
            <a:ext cx="2743200" cy="10972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600200"/>
            <a:ext cx="27432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728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⚛️  React 18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0712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Client components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2743200" cy="10972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27432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728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🔷  TypeScript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18504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End-to-end type safety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743200" cy="10972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27432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🍃  MongoDB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Flexible NoSQL store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73552" y="2880360"/>
            <a:ext cx="2743200" cy="10972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3552" y="288036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🔊  ElevenLabs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10712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Neural text-to-speech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2880360"/>
            <a:ext cx="2743200" cy="10972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2880360"/>
            <a:ext cx="27432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OpenAI Whisper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18504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Speech transcription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2743200" cy="10972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60520"/>
            <a:ext cx="2743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885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 Leaflet Maps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Real-time GPS maps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73552" y="4160520"/>
            <a:ext cx="2743200" cy="10972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73552" y="416052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42885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Tailwind CSS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410712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Utility-first styling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1344" y="4160520"/>
            <a:ext cx="2743200" cy="1097280"/>
          </a:xfrm>
          <a:prstGeom prst="rect">
            <a:avLst/>
          </a:prstGeom>
          <a:solidFill>
            <a:srgbClr val="1E2535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4160520"/>
            <a:ext cx="274320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42885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JWT Auth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18504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Secure authentication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FFD700">
              <a:alpha val="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60A5FA">
              <a:alpha val="8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700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 need,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nothing you don't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743200" cy="1417320"/>
          </a:xfrm>
          <a:prstGeom prst="rect">
            <a:avLst/>
          </a:prstGeom>
          <a:solidFill>
            <a:srgbClr val="1E2535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764792"/>
            <a:ext cx="502920" cy="502920"/>
          </a:xfrm>
          <a:prstGeom prst="ellipse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801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Interface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3500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Speech-to-text with automatic intent parsing via OpenAI Whisper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1600200"/>
            <a:ext cx="2743200" cy="1417320"/>
          </a:xfrm>
          <a:prstGeom prst="rect">
            <a:avLst/>
          </a:prstGeom>
          <a:solidFill>
            <a:srgbClr val="1E2535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764792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86784" y="1801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Maps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3500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Live GPS matching shows helpers within 500m radius on Leaflet maps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81344" y="1600200"/>
            <a:ext cx="2743200" cy="1417320"/>
          </a:xfrm>
          <a:prstGeom prst="rect">
            <a:avLst/>
          </a:prstGeom>
          <a:solidFill>
            <a:srgbClr val="1E2535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1072" y="1764792"/>
            <a:ext cx="502920" cy="502920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94576" y="1801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 Chat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1072" y="23500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Voice messages for blind users + full text chat for sighted users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2743200" cy="1417320"/>
          </a:xfrm>
          <a:prstGeom prst="rect">
            <a:avLst/>
          </a:prstGeom>
          <a:solidFill>
            <a:srgbClr val="1E2535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3364992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78992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" y="39502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Instant toggle between light and dark themes, respects system prefs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73552" y="3200400"/>
            <a:ext cx="2743200" cy="1417320"/>
          </a:xfrm>
          <a:prstGeom prst="rect">
            <a:avLst/>
          </a:prstGeom>
          <a:solidFill>
            <a:srgbClr val="1E2535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83280" y="3364992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86784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0" y="39502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Responsive PWA design for phones, tablets, and desktop browsers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81344" y="3200400"/>
            <a:ext cx="2743200" cy="1417320"/>
          </a:xfrm>
          <a:prstGeom prst="rect">
            <a:avLst/>
          </a:prstGeom>
          <a:solidFill>
            <a:srgbClr val="1E2535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91072" y="3364992"/>
            <a:ext cx="502920" cy="502920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♿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94576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WCAG Accessible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39502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AAA contrast ratios, 60px touch targets, screen reader optimized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3200400" cy="3200400"/>
          </a:xfrm>
          <a:prstGeom prst="ellipse">
            <a:avLst/>
          </a:prstGeom>
          <a:solidFill>
            <a:srgbClr val="C8A400">
              <a:alpha val="40000"/>
            </a:srgbClr>
          </a:solidFill>
          <a:ln w="12700">
            <a:solidFill>
              <a:srgbClr val="C8A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926080"/>
            <a:ext cx="2286000" cy="2286000"/>
          </a:xfrm>
          <a:prstGeom prst="ellipse">
            <a:avLst/>
          </a:prstGeom>
          <a:solidFill>
            <a:srgbClr val="C8A400">
              <a:alpha val="30000"/>
            </a:srgbClr>
          </a:solidFill>
          <a:ln w="12700">
            <a:solidFill>
              <a:srgbClr val="C8A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0" y="1097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🤝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394960" y="2057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OpenArm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39496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openarm.app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700"/>
                </a:solidFill>
              </a:rPr>
              <a:t>CALL TO 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858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 is just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voice away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OpenArm makes assistance accessible to everyone,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everywhere — one voice command at a 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2103120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as Requester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2788920"/>
            <a:ext cx="2103120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Become a Helper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Voice-accessible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6596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Helper response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Languages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Built for accessibility · Powered by AI · Open for everyone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OpenArm - Accessibility for Everyone</dc:title>
  <dc:subject>PptxGenJS Presentation</dc:subject>
  <dc:creator>OpenArm Team</dc:creator>
  <cp:lastModifiedBy>OpenArm Team</cp:lastModifiedBy>
  <cp:revision>1</cp:revision>
  <dcterms:created xsi:type="dcterms:W3CDTF">2026-04-19T06:24:23Z</dcterms:created>
  <dcterms:modified xsi:type="dcterms:W3CDTF">2026-04-19T06:24:23Z</dcterms:modified>
</cp:coreProperties>
</file>